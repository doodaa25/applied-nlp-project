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2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lt-LT" smtClean="0"/>
              <a:t>Spustelėkite norėdami redaguoti šablono paantraštės stilių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 smtClean="0"/>
              <a:t>Redaguoti šablono teksto stilius</a:t>
            </a:r>
          </a:p>
          <a:p>
            <a:pPr lvl="1"/>
            <a:r>
              <a:rPr lang="lt-LT" smtClean="0"/>
              <a:t>Antras lygis</a:t>
            </a:r>
          </a:p>
          <a:p>
            <a:pPr lvl="2"/>
            <a:r>
              <a:rPr lang="lt-LT" smtClean="0"/>
              <a:t>Trečias lygis</a:t>
            </a:r>
          </a:p>
          <a:p>
            <a:pPr lvl="3"/>
            <a:r>
              <a:rPr lang="lt-LT" smtClean="0"/>
              <a:t>Ketvirtas lygis</a:t>
            </a:r>
          </a:p>
          <a:p>
            <a:pPr lvl="4"/>
            <a:r>
              <a:rPr lang="lt-LT" smtClean="0"/>
              <a:t>Penktas lygis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lt-LT" smtClean="0"/>
              <a:t>Redaguoti šablono teksto stilius</a:t>
            </a:r>
          </a:p>
          <a:p>
            <a:pPr lvl="1"/>
            <a:r>
              <a:rPr lang="lt-LT" smtClean="0"/>
              <a:t>Antras lygis</a:t>
            </a:r>
          </a:p>
          <a:p>
            <a:pPr lvl="2"/>
            <a:r>
              <a:rPr lang="lt-LT" smtClean="0"/>
              <a:t>Trečias lygis</a:t>
            </a:r>
          </a:p>
          <a:p>
            <a:pPr lvl="3"/>
            <a:r>
              <a:rPr lang="lt-LT" smtClean="0"/>
              <a:t>Ketvirtas lygis</a:t>
            </a:r>
          </a:p>
          <a:p>
            <a:pPr lvl="4"/>
            <a:r>
              <a:rPr lang="lt-LT" smtClean="0"/>
              <a:t>Penktas lygis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lt-LT" smtClean="0"/>
              <a:t>Redaguoti šablono teksto stilius</a:t>
            </a:r>
          </a:p>
          <a:p>
            <a:pPr lvl="1"/>
            <a:r>
              <a:rPr lang="lt-LT" smtClean="0"/>
              <a:t>Antras lygis</a:t>
            </a:r>
          </a:p>
          <a:p>
            <a:pPr lvl="2"/>
            <a:r>
              <a:rPr lang="lt-LT" smtClean="0"/>
              <a:t>Trečias lygis</a:t>
            </a:r>
          </a:p>
          <a:p>
            <a:pPr lvl="3"/>
            <a:r>
              <a:rPr lang="lt-LT" smtClean="0"/>
              <a:t>Ketvirtas lygis</a:t>
            </a:r>
          </a:p>
          <a:p>
            <a:pPr lvl="4"/>
            <a:r>
              <a:rPr lang="lt-LT" smtClean="0"/>
              <a:t>Penktas lygis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lt-LT" smtClean="0"/>
              <a:t>Redaguoti šablono teksto stilius</a:t>
            </a:r>
          </a:p>
          <a:p>
            <a:pPr lvl="1"/>
            <a:r>
              <a:rPr lang="lt-LT" smtClean="0"/>
              <a:t>Antras lygis</a:t>
            </a:r>
          </a:p>
          <a:p>
            <a:pPr lvl="2"/>
            <a:r>
              <a:rPr lang="lt-LT" smtClean="0"/>
              <a:t>Trečias lygis</a:t>
            </a:r>
          </a:p>
          <a:p>
            <a:pPr lvl="3"/>
            <a:r>
              <a:rPr lang="lt-LT" smtClean="0"/>
              <a:t>Ketvirtas lygis</a:t>
            </a:r>
          </a:p>
          <a:p>
            <a:pPr lvl="4"/>
            <a:r>
              <a:rPr lang="lt-LT" smtClean="0"/>
              <a:t>Penktas lygis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lt-LT" smtClean="0"/>
              <a:t>Redaguoti šablono teksto stilius</a:t>
            </a:r>
          </a:p>
          <a:p>
            <a:pPr lvl="1"/>
            <a:r>
              <a:rPr lang="lt-LT" smtClean="0"/>
              <a:t>Antras lygis</a:t>
            </a:r>
          </a:p>
          <a:p>
            <a:pPr lvl="2"/>
            <a:r>
              <a:rPr lang="lt-LT" smtClean="0"/>
              <a:t>Trečias lygis</a:t>
            </a:r>
          </a:p>
          <a:p>
            <a:pPr lvl="3"/>
            <a:r>
              <a:rPr lang="lt-LT" smtClean="0"/>
              <a:t>Ketvirtas lygis</a:t>
            </a:r>
          </a:p>
          <a:p>
            <a:pPr lvl="4"/>
            <a:r>
              <a:rPr lang="lt-LT" smtClean="0"/>
              <a:t>Penktas lygis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lt-LT" smtClean="0"/>
              <a:t>Redaguoti šablono teksto stilius</a:t>
            </a:r>
          </a:p>
          <a:p>
            <a:pPr lvl="1"/>
            <a:r>
              <a:rPr lang="lt-LT" smtClean="0"/>
              <a:t>Antras lygis</a:t>
            </a:r>
          </a:p>
          <a:p>
            <a:pPr lvl="2"/>
            <a:r>
              <a:rPr lang="lt-LT" smtClean="0"/>
              <a:t>Trečias lygis</a:t>
            </a:r>
          </a:p>
          <a:p>
            <a:pPr lvl="3"/>
            <a:r>
              <a:rPr lang="lt-LT" smtClean="0"/>
              <a:t>Ketvirtas lygis</a:t>
            </a:r>
          </a:p>
          <a:p>
            <a:pPr lvl="4"/>
            <a:r>
              <a:rPr lang="lt-LT" smtClean="0"/>
              <a:t>Penktas lygis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lt-LT" smtClean="0"/>
              <a:t>Spustelėkite piktogr. norėdami įtraukti pav.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vadinima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siūlymas su antraš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elės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siūlymo pavadinimas kortelė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arba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t-LT" smtClean="0"/>
              <a:t>Redaguoti šablono teksto stilius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 smtClean="0"/>
              <a:t>Redaguoti šablono teksto stilius</a:t>
            </a:r>
          </a:p>
          <a:p>
            <a:pPr lvl="1"/>
            <a:r>
              <a:rPr lang="lt-LT" smtClean="0"/>
              <a:t>Antras lygis</a:t>
            </a:r>
          </a:p>
          <a:p>
            <a:pPr lvl="2"/>
            <a:r>
              <a:rPr lang="lt-LT" smtClean="0"/>
              <a:t>Trečias lygis</a:t>
            </a:r>
          </a:p>
          <a:p>
            <a:pPr lvl="3"/>
            <a:r>
              <a:rPr lang="lt-LT" smtClean="0"/>
              <a:t>Ketvirtas lygis</a:t>
            </a:r>
          </a:p>
          <a:p>
            <a:pPr lvl="4"/>
            <a:r>
              <a:rPr lang="lt-LT" smtClean="0"/>
              <a:t>Penktas lygis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lt-LT" smtClean="0"/>
              <a:t>Redaguoti šablono teksto stilius</a:t>
            </a:r>
          </a:p>
          <a:p>
            <a:pPr lvl="1"/>
            <a:r>
              <a:rPr lang="lt-LT" smtClean="0"/>
              <a:t>Antras lygis</a:t>
            </a:r>
          </a:p>
          <a:p>
            <a:pPr lvl="2"/>
            <a:r>
              <a:rPr lang="lt-LT" smtClean="0"/>
              <a:t>Trečias lygis</a:t>
            </a:r>
          </a:p>
          <a:p>
            <a:pPr lvl="3"/>
            <a:r>
              <a:rPr lang="lt-LT" smtClean="0"/>
              <a:t>Ketvirtas lygis</a:t>
            </a:r>
          </a:p>
          <a:p>
            <a:pPr lvl="4"/>
            <a:r>
              <a:rPr lang="lt-LT" smtClean="0"/>
              <a:t>Penktas lygis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lt-LT" smtClean="0"/>
              <a:t>Spustelėję redag. ruoš. pavad. stilių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 smtClean="0"/>
              <a:t>Redaguoti šablono teksto stilius</a:t>
            </a:r>
          </a:p>
          <a:p>
            <a:pPr lvl="1"/>
            <a:r>
              <a:rPr lang="lt-LT" smtClean="0"/>
              <a:t>Antras lygis</a:t>
            </a:r>
          </a:p>
          <a:p>
            <a:pPr lvl="2"/>
            <a:r>
              <a:rPr lang="lt-LT" smtClean="0"/>
              <a:t>Trečias lygis</a:t>
            </a:r>
          </a:p>
          <a:p>
            <a:pPr lvl="3"/>
            <a:r>
              <a:rPr lang="lt-LT" smtClean="0"/>
              <a:t>Ketvirtas lygis</a:t>
            </a:r>
          </a:p>
          <a:p>
            <a:pPr lvl="4"/>
            <a:r>
              <a:rPr lang="lt-LT" smtClean="0"/>
              <a:t>Penktas lygis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week of NLP project</a:t>
            </a:r>
            <a:endParaRPr lang="en-US" dirty="0"/>
          </a:p>
        </p:txBody>
      </p:sp>
      <p:sp>
        <p:nvSpPr>
          <p:cNvPr id="3" name="Antrinis pavadinimas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85120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Jakhongir Erkinov (100001943)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Joranas Cigas (100001693)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Chriswin</a:t>
            </a:r>
            <a:r>
              <a:rPr lang="en-US" dirty="0" smtClean="0"/>
              <a:t> Baiju (100001868)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David </a:t>
            </a:r>
            <a:r>
              <a:rPr lang="en-US" dirty="0" err="1" smtClean="0"/>
              <a:t>Ayad</a:t>
            </a:r>
            <a:r>
              <a:rPr lang="en-US" dirty="0" smtClean="0"/>
              <a:t> (100002565)</a:t>
            </a:r>
          </a:p>
        </p:txBody>
      </p:sp>
    </p:spTree>
    <p:extLst>
      <p:ext uri="{BB962C8B-B14F-4D97-AF65-F5344CB8AC3E}">
        <p14:creationId xmlns:p14="http://schemas.microsoft.com/office/powerpoint/2010/main" val="18324239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Books we selected</a:t>
            </a:r>
            <a:endParaRPr lang="en-US" dirty="0"/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677334" y="2160589"/>
            <a:ext cx="9422630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“War and Peace” (by Leo Tolstoy)                               “Anna Karenina” (by Leo Tolstoy)</a:t>
            </a:r>
            <a:endParaRPr lang="en-US" dirty="0"/>
          </a:p>
        </p:txBody>
      </p:sp>
      <p:pic>
        <p:nvPicPr>
          <p:cNvPr id="4" name="Paveikslėlis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01" y="2610485"/>
            <a:ext cx="2399896" cy="3661066"/>
          </a:xfrm>
          <a:prstGeom prst="rect">
            <a:avLst/>
          </a:prstGeom>
        </p:spPr>
      </p:pic>
      <p:pic>
        <p:nvPicPr>
          <p:cNvPr id="1026" name="Picture 2" descr="The Project Gutenberg eBook of War and Peace, by Leo Tolsto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274" y="2701925"/>
            <a:ext cx="2531366" cy="366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3730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954655" y="252638"/>
            <a:ext cx="8596668" cy="13208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Adverbs</a:t>
            </a:r>
            <a:endParaRPr lang="en-US" sz="5400" dirty="0"/>
          </a:p>
        </p:txBody>
      </p:sp>
      <p:pic>
        <p:nvPicPr>
          <p:cNvPr id="6" name="Paveikslėlis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45" y="1557104"/>
            <a:ext cx="4044719" cy="5063579"/>
          </a:xfrm>
          <a:prstGeom prst="rect">
            <a:avLst/>
          </a:prstGeom>
        </p:spPr>
      </p:pic>
      <p:pic>
        <p:nvPicPr>
          <p:cNvPr id="8" name="Paveikslėlis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650" y="1573438"/>
            <a:ext cx="4031673" cy="504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01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43881" y="263912"/>
            <a:ext cx="8596668" cy="1320800"/>
          </a:xfrm>
        </p:spPr>
        <p:txBody>
          <a:bodyPr>
            <a:normAutofit/>
          </a:bodyPr>
          <a:lstStyle/>
          <a:p>
            <a:r>
              <a:rPr lang="en-US" sz="4800" dirty="0" smtClean="0"/>
              <a:t>Color words</a:t>
            </a:r>
            <a:endParaRPr lang="en-US" sz="4800" dirty="0"/>
          </a:p>
        </p:txBody>
      </p:sp>
      <p:pic>
        <p:nvPicPr>
          <p:cNvPr id="4" name="Turinio vietos rezervavimo ženklas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671" y="1391154"/>
            <a:ext cx="9713676" cy="482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8596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455892" y="230459"/>
            <a:ext cx="8596668" cy="13208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Frequent words</a:t>
            </a:r>
            <a:endParaRPr lang="en-US" sz="5400" dirty="0"/>
          </a:p>
        </p:txBody>
      </p:sp>
      <p:pic>
        <p:nvPicPr>
          <p:cNvPr id="4" name="Turinio vietos rezervavimo ženklas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152" y="1412442"/>
            <a:ext cx="4097515" cy="5129674"/>
          </a:xfrm>
          <a:prstGeom prst="rect">
            <a:avLst/>
          </a:prstGeom>
        </p:spPr>
      </p:pic>
      <p:pic>
        <p:nvPicPr>
          <p:cNvPr id="5" name="Paveikslėlis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68" y="1438260"/>
            <a:ext cx="4076892" cy="510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46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32729" y="308517"/>
            <a:ext cx="8596668" cy="13208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Gender language</a:t>
            </a:r>
            <a:endParaRPr lang="en-US" sz="5400" dirty="0"/>
          </a:p>
        </p:txBody>
      </p:sp>
      <p:pic>
        <p:nvPicPr>
          <p:cNvPr id="4" name="Turinio vietos rezervavimo ženklas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1573" y="1345941"/>
            <a:ext cx="3161293" cy="5113048"/>
          </a:xfrm>
          <a:prstGeom prst="rect">
            <a:avLst/>
          </a:prstGeom>
        </p:spPr>
      </p:pic>
      <p:pic>
        <p:nvPicPr>
          <p:cNvPr id="5" name="Paveikslėlis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93" y="1357373"/>
            <a:ext cx="4291552" cy="2545092"/>
          </a:xfrm>
          <a:prstGeom prst="rect">
            <a:avLst/>
          </a:prstGeom>
        </p:spPr>
      </p:pic>
      <p:pic>
        <p:nvPicPr>
          <p:cNvPr id="6" name="Paveikslėlis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11" y="4087438"/>
            <a:ext cx="4312834" cy="255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638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420856" y="141249"/>
            <a:ext cx="8596668" cy="13208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Sentiment analysis</a:t>
            </a:r>
            <a:endParaRPr lang="en-US" sz="5400" dirty="0"/>
          </a:p>
        </p:txBody>
      </p:sp>
      <p:pic>
        <p:nvPicPr>
          <p:cNvPr id="4" name="Turinio vietos rezervavimo ženklas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1308" y="1270000"/>
            <a:ext cx="5785659" cy="4320936"/>
          </a:xfrm>
          <a:prstGeom prst="rect">
            <a:avLst/>
          </a:prstGeom>
        </p:spPr>
      </p:pic>
      <p:pic>
        <p:nvPicPr>
          <p:cNvPr id="5" name="Paveikslėlis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56" y="5813186"/>
            <a:ext cx="70866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87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2431320" y="418408"/>
            <a:ext cx="8596668" cy="1320800"/>
          </a:xfrm>
        </p:spPr>
        <p:txBody>
          <a:bodyPr/>
          <a:lstStyle/>
          <a:p>
            <a:r>
              <a:rPr lang="en-US" dirty="0" smtClean="0"/>
              <a:t>Thank you for attention</a:t>
            </a:r>
            <a:endParaRPr lang="en-US" dirty="0"/>
          </a:p>
        </p:txBody>
      </p:sp>
      <p:pic>
        <p:nvPicPr>
          <p:cNvPr id="6" name="Turinio vietos rezervavimo ženklas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1086" y="1647766"/>
            <a:ext cx="7646914" cy="425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430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riauno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</TotalTime>
  <Words>60</Words>
  <Application>Microsoft Office PowerPoint</Application>
  <PresentationFormat>Plačiaekranė</PresentationFormat>
  <Paragraphs>13</Paragraphs>
  <Slides>8</Slides>
  <Notes>0</Notes>
  <HiddenSlides>0</HiddenSlides>
  <MMClips>0</MMClips>
  <ScaleCrop>false</ScaleCrop>
  <HeadingPairs>
    <vt:vector size="6" baseType="variant">
      <vt:variant>
        <vt:lpstr>Naudojami šriftai</vt:lpstr>
      </vt:variant>
      <vt:variant>
        <vt:i4>3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Briaunota</vt:lpstr>
      <vt:lpstr>1st week of NLP project</vt:lpstr>
      <vt:lpstr>Books we selected</vt:lpstr>
      <vt:lpstr>Adverbs</vt:lpstr>
      <vt:lpstr>Color words</vt:lpstr>
      <vt:lpstr>Frequent words</vt:lpstr>
      <vt:lpstr>Gender language</vt:lpstr>
      <vt:lpstr>Sentiment analysis</vt:lpstr>
      <vt:lpstr>Thank you for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week of NLP project</dc:title>
  <dc:creator>Cigas, Joranas (Stud SRH-University)</dc:creator>
  <cp:lastModifiedBy>Cigas, Joranas (Stud SRH-University)</cp:lastModifiedBy>
  <cp:revision>4</cp:revision>
  <dcterms:created xsi:type="dcterms:W3CDTF">2025-11-06T11:54:10Z</dcterms:created>
  <dcterms:modified xsi:type="dcterms:W3CDTF">2025-11-06T18:05:37Z</dcterms:modified>
</cp:coreProperties>
</file>